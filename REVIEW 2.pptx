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1" r:id="rId11"/>
    <p:sldId id="266" r:id="rId12"/>
    <p:sldId id="269" r:id="rId13"/>
    <p:sldId id="267" r:id="rId14"/>
    <p:sldId id="268" r:id="rId15"/>
    <p:sldId id="270" r:id="rId16"/>
    <p:sldId id="265" r:id="rId17"/>
  </p:sldIdLst>
  <p:sldSz cx="18288000" cy="10287000"/>
  <p:notesSz cx="6858000" cy="9144000"/>
  <p:embeddedFontLst>
    <p:embeddedFont>
      <p:font typeface="Bookman Old Style" panose="02050604050505020204" pitchFamily="18" charset="0"/>
      <p:regular r:id="rId19"/>
      <p:bold r:id="rId20"/>
      <p:italic r:id="rId21"/>
      <p:boldItalic r:id="rId22"/>
    </p:embeddedFont>
    <p:embeddedFont>
      <p:font typeface="Cambria" panose="02040503050406030204" pitchFamily="18" charset="0"/>
      <p:regular r:id="rId23"/>
      <p:bold r:id="rId24"/>
      <p:italic r:id="rId25"/>
      <p:boldItalic r:id="rId26"/>
    </p:embeddedFont>
    <p:embeddedFont>
      <p:font typeface="Gotham" panose="020B0604020202020204" charset="0"/>
      <p:regular r:id="rId27"/>
    </p:embeddedFont>
    <p:embeddedFont>
      <p:font typeface="Gotham Bold Italics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197C12-7F8D-45E3-8BFF-040DDD5727BD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8478C4-7F16-4AB2-A592-437EF0E5DB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4637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8478C4-7F16-4AB2-A592-437EF0E5DB50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6955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2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20-04-2026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484707" y="5894231"/>
            <a:ext cx="157841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/>
              <a:t>JOB PORTAL MANAGEMENT SYSTEM</a:t>
            </a:r>
            <a:r>
              <a:rPr lang="en-US" sz="3600" dirty="0"/>
              <a:t> </a:t>
            </a:r>
            <a:endParaRPr lang="en-IN" sz="36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990600" y="7800539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Kurakula.Rajesh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– VTU26466 – Reg.No.23UECS0300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72800" y="7800539"/>
            <a:ext cx="7219403" cy="1443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IN" sz="3200" dirty="0"/>
              <a:t>Dr. Hafizur Rahman- B.E., </a:t>
            </a:r>
            <a:r>
              <a:rPr lang="en-IN" sz="3200" dirty="0" err="1"/>
              <a:t>M.Tech</a:t>
            </a:r>
            <a:r>
              <a:rPr lang="en-IN" sz="3200" dirty="0"/>
              <a:t>., Ph.D.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5407021" y="6782527"/>
            <a:ext cx="79395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No –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9 – Industry, Innovation and Infrastructure</a:t>
            </a:r>
            <a:endParaRPr lang="en-IN" sz="24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1" y="52969"/>
              <a:ext cx="660399" cy="7353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0" y="343631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6EB715E-216D-5C67-9419-A0F6773DB0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7973" y="1544001"/>
            <a:ext cx="14428387" cy="8129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Managing job applications manually can lead to confusion, missed opportunities, and poor coordination between students and employers.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In today’s digital world, connecting job seekers and employers efficiently is very important.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This project aims to provide a simple and efficient Job Portal Management System.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improves communication between students and employers through notifications and updates.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It ensures a smooth and organized recruitment process.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The application is built using Spring Boot, Thymeleaf, and MySQL.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This project demonstrates real-world web application development, CRUD operations.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0" y="561981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364B5F-E4AD-F0B4-221D-2BD7D3BE89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4177" y="1220059"/>
            <a:ext cx="15944466" cy="8129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Manual handling of job applications often leads to confusion and miscommunication between students and employers.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Job seekers may miss important job opportunities due to the absence of a centralized platform.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Application processes are not well organized and can result in data loss or missed tracking.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Job details are not easily accessible to all students in a structured way.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Managing multiple job postings and applications manually becomes time-consuming for employers.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Lack of proper communication regarding application status (shortlisted/rejected) affects user experience.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No efficient system to update or delete job postings dynamically.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Difficulty in tracking applied jobs and monitoring recruitment progress.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A95B6B-29D1-B0DD-28A2-15D4311E54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1796" y="1741462"/>
            <a:ext cx="15011400" cy="7390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To develop a Job Portal Management System for efficient recruitment and job application handling.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To allow students to view all available job opportunities in a centralized platform.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To enable students to apply for jobs easily through an online system.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To provide a system for tracking application status (Applied, Shortlisted, Rejected).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To allow employers to post, update, and delete job listings.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To manage all user, job, and application data in a structured database.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To improve communication between students and employers through notifications.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To reduce manual work and streamline the hiring process.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To build a real-time, user-friendly web application using modern technologies.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-647700" y="611464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6E48E98-6A21-E490-5EAA-BD42A47D86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0824" y="1980513"/>
            <a:ext cx="15697200" cy="7390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The proposed system is a web-based Job Portal Management System developed using Spring Boot, Thymeleaf, and MySQL.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It allows students to view all available job opportunities and access job details in a centralized platform.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Students can easily apply for jobs and track their application status through an online system.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Employers can create, update, and delete job postings dynamically using the system.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All user, job, and application data are securely stored in a MySQL database.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provides a user-friendly interface for both students and employers.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It reduces manual work involved in managing job applications and recruitment processes.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It improves efficiency, transparency, and communication between students and employers.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7FD683-C245-3E7B-D45C-A9C1CE7893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1173897"/>
            <a:ext cx="12563845" cy="8496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613201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CE7DE1-4159-B316-5282-597B32BB0E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9506" y="1689188"/>
            <a:ext cx="12291493" cy="81943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1682647" y="1028700"/>
            <a:ext cx="14256019" cy="9325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cs typeface="Times New Roman" panose="02020603050405020304" pitchFamily="18" charset="0"/>
              </a:rPr>
              <a:t>HTML5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cs typeface="Times New Roman" panose="02020603050405020304" pitchFamily="18" charset="0"/>
              </a:rPr>
              <a:t>CSS3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 err="1">
                <a:cs typeface="Times New Roman" panose="02020603050405020304" pitchFamily="18" charset="0"/>
              </a:rPr>
              <a:t>Thymeleaf</a:t>
            </a:r>
            <a:endParaRPr lang="en-IN" sz="2400" dirty="0"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Spring Boot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Spring MVC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Spring Security</a:t>
            </a:r>
            <a:endParaRPr lang="fr-FR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MySQL Workbench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r>
              <a:rPr lang="en-IN" sz="2800" b="1" dirty="0"/>
              <a:t>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Tomcat Server 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cs typeface="Times New Roman" panose="02020603050405020304" pitchFamily="18" charset="0"/>
              </a:rPr>
              <a:t>VS Code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cs typeface="Times New Roman" panose="02020603050405020304" pitchFamily="18" charset="0"/>
              </a:rPr>
              <a:t>MySQL Workbench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cs typeface="Times New Roman" panose="02020603050405020304" pitchFamily="18" charset="0"/>
              </a:rPr>
              <a:t>Web Browser (Chrome)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Postman (API Testing)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Hardware / Software Requirements: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b="1" dirty="0">
                <a:cs typeface="Times New Roman" panose="02020603050405020304" pitchFamily="18" charset="0"/>
              </a:rPr>
              <a:t>System: </a:t>
            </a:r>
            <a:r>
              <a:rPr lang="en-IN" sz="2400" dirty="0">
                <a:cs typeface="Times New Roman" panose="02020603050405020304" pitchFamily="18" charset="0"/>
              </a:rPr>
              <a:t>Windows 10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b="1" dirty="0">
                <a:cs typeface="Times New Roman" panose="02020603050405020304" pitchFamily="18" charset="0"/>
              </a:rPr>
              <a:t>RAM:</a:t>
            </a:r>
            <a:r>
              <a:rPr lang="en-IN" sz="2400" dirty="0">
                <a:cs typeface="Times New Roman" panose="02020603050405020304" pitchFamily="18" charset="0"/>
              </a:rPr>
              <a:t> Minimum 4GB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cs typeface="Times New Roman" panose="02020603050405020304" pitchFamily="18" charset="0"/>
              </a:rPr>
              <a:t>Java JDK(17 or above)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cs typeface="Times New Roman" panose="02020603050405020304" pitchFamily="18" charset="0"/>
              </a:rPr>
              <a:t>Apache Tomcat Server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cs typeface="Times New Roman" panose="02020603050405020304" pitchFamily="18" charset="0"/>
              </a:rPr>
              <a:t>MySQL Server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381000" y="534741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4BA685-8E6C-CBBE-E29C-DD4001FCF0F9}"/>
              </a:ext>
            </a:extLst>
          </p:cNvPr>
          <p:cNvSpPr txBox="1"/>
          <p:nvPr/>
        </p:nvSpPr>
        <p:spPr>
          <a:xfrm>
            <a:off x="2065710" y="1897797"/>
            <a:ext cx="14719458" cy="6651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Authentication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login and registration for Students and Employers using secure authentication.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Restricts unauthorized access based on user roles (Student / Employer).</a:t>
            </a:r>
          </a:p>
          <a:p>
            <a:pPr>
              <a:lnSpc>
                <a:spcPct val="150000"/>
              </a:lnSpc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Job Management (Employer Side)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employers to post new jobs with title, description, skills, salary, and location.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options to update and delete job postings using CRUD operations.</a:t>
            </a:r>
          </a:p>
          <a:p>
            <a:pPr>
              <a:lnSpc>
                <a:spcPct val="150000"/>
              </a:lnSpc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Student Interaction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students to browse available jobs in the system.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detailed job information using web pages and APIs.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1C6089-C7FB-1630-76F3-436933AC4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F9051B8-2F0C-2B28-E712-024326CDC80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0CC25BFD-9F33-B354-2C6B-46141F662D0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E2F353B4-9051-7E1C-D730-E278A624DBF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CA6D8F3-E5AD-ACC9-3E2F-8093D0EC1436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77243167-3631-1238-ECB5-56D40090A9E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4BD27425-6034-4F24-AC3F-B9D8D86B605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FC926296-A31F-64DE-EF75-3A8FC46BF2A1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DBADBDF-5496-BCA1-217E-123775794CF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BFC4AF00-F539-8BE1-2FF7-CB5DC8FE1F3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A00FA4B4-ED28-1F11-7147-57714867225C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54808F9B-EA5E-4F92-F904-EE3CD2D287F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2374C585-0B13-E947-AA57-5C0A8BC064D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83296DC5-7C41-6B97-2B7A-2F086879132B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8A454F16-1685-58E0-A2EE-CDB1BBC7EC7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D632FDD4-6ADB-4792-A912-4EA39118DC7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956844C1-5330-4D9A-868A-F538F7A49194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8ACF313A-7456-8E4D-FA34-1B8573E2167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FA2A94B-7488-E352-16D2-AC710C2629B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AA63740-F0B1-790A-55F0-F6AD50300418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58BF15E-45A2-3144-396D-CB3FCA9C9A7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C34518EE-DE33-4BCB-1B7D-C533923950A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87E543B-E644-FDA2-909E-770EA0A0E3DC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BE6F7A17-C226-403C-03FA-9D980C9384C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37904F13-2C80-78BF-F222-4BBF87CD1DE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058B01BE-0DFD-953C-7BE9-1CF74B9457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3A74DF47-1669-2243-9FAE-2B42147C3A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7E00A97F-E5A0-3054-40EC-2352A8029D4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1C7F9F4D-4FFF-075A-52EC-A5D697771B2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FFE7226-F3A2-2D1C-F375-6C3C0E3F1BC6}"/>
              </a:ext>
            </a:extLst>
          </p:cNvPr>
          <p:cNvSpPr txBox="1"/>
          <p:nvPr/>
        </p:nvSpPr>
        <p:spPr>
          <a:xfrm>
            <a:off x="381000" y="534741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080A00-DFBF-6410-D7D8-5AE4E9B4A6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2161050"/>
            <a:ext cx="16687800" cy="6651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Job Application Management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apply for jobs through an online form.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view and track application status (Applied, Shortlisted, Rejected).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 Search &amp; Filters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jobs based on location, skills, and experience.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filtered results dynamically for better user experience.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6: Notification System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email notifications to students when application status changes.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Notifies employers when a new application is received.</a:t>
            </a:r>
          </a:p>
        </p:txBody>
      </p:sp>
    </p:spTree>
    <p:extLst>
      <p:ext uri="{BB962C8B-B14F-4D97-AF65-F5344CB8AC3E}">
        <p14:creationId xmlns:p14="http://schemas.microsoft.com/office/powerpoint/2010/main" val="8156223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3063" y="1027526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2089284" y="2148529"/>
            <a:ext cx="1447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• The User Login module authenticates registered users using their username and password.</a:t>
            </a:r>
            <a:br>
              <a:rPr lang="en-US" sz="2400" dirty="0"/>
            </a:br>
            <a:r>
              <a:rPr lang="en-US" sz="2400" dirty="0"/>
              <a:t>• The system verifies the credentials from the database and grants access to the dashboard upon successful login.</a:t>
            </a:r>
            <a:br>
              <a:rPr lang="en-US" sz="2400" dirty="0"/>
            </a:br>
            <a:r>
              <a:rPr lang="en-US" sz="2400" dirty="0"/>
              <a:t>• If the credentials are incorrect, an error message is displayed to ensure secure access control.</a:t>
            </a:r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D0E7B5-8248-90A5-AA27-06D1585B74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4348054"/>
            <a:ext cx="5969717" cy="5082651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B538AB82-A62A-7308-583C-0E3818D857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69217" y="4255275"/>
            <a:ext cx="5715000" cy="5082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0" y="753756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017346" y="1982349"/>
            <a:ext cx="1508232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Shows a list of upcoming events with complete details such as ID, title, description, department, type, and date.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Provides a search bar to filter events based on department (e.g., CSE, IT) for quick access.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Allows admin actions like Edit and Delete, and student actions like Register for Event and Give Feedback.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0F7FFE-B54E-6036-1642-49474D5F5E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6302" y="4289370"/>
            <a:ext cx="12269898" cy="5390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90500" y="775112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151100" y="1895779"/>
            <a:ext cx="150823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Allows admin to modify existing event details such as title, description, department, type, and date.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Pre-filled form fields display current event information for easy editing and updates.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Provides a single action button to submit and save the updated event details.</a:t>
            </a:r>
          </a:p>
          <a:p>
            <a:endParaRPr 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44DE76-0054-DA0D-DF83-2CF1F01DA1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0" y="3587348"/>
            <a:ext cx="12344400" cy="5924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90500" y="942117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195277" y="2423569"/>
            <a:ext cx="150823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Allows students to submit feedback for a specific event by entering their name and event ID.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Provides a text area for users to write detailed feedback about their experience.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Includes a submission button to send and store feedback in the system.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430C10-7B7B-3C4E-0A92-2ED45D921B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9789" y="4208242"/>
            <a:ext cx="14341171" cy="523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533400" y="40044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3AE750-0158-3BE0-4D71-DAD049D4355F}"/>
              </a:ext>
            </a:extLst>
          </p:cNvPr>
          <p:cNvSpPr txBox="1"/>
          <p:nvPr/>
        </p:nvSpPr>
        <p:spPr>
          <a:xfrm>
            <a:off x="1854961" y="1146935"/>
            <a:ext cx="14049828" cy="8867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Simple and user-friendly interface.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Supports CRUD operations for job and application management.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Role-based access for Students and Employers.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Centralized database for jobs and applications.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Easy job search with filters (location, skills, experience).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Basic UI without advanced design.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Limited features (no advanced analytics).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Depends on local server setup.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 mobile application support.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Limited scalability for large users.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737</TotalTime>
  <Words>1291</Words>
  <Application>Microsoft Office PowerPoint</Application>
  <PresentationFormat>Custom</PresentationFormat>
  <Paragraphs>231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Gotham</vt:lpstr>
      <vt:lpstr>Bookman Old Style</vt:lpstr>
      <vt:lpstr>Times New Roman</vt:lpstr>
      <vt:lpstr>Wingdings</vt:lpstr>
      <vt:lpstr>Calibri</vt:lpstr>
      <vt:lpstr>Cambria</vt:lpstr>
      <vt:lpstr>Gotham Bold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tejas</dc:creator>
  <cp:lastModifiedBy>Kurakula Rajesh</cp:lastModifiedBy>
  <cp:revision>29</cp:revision>
  <dcterms:created xsi:type="dcterms:W3CDTF">2006-08-16T00:00:00Z</dcterms:created>
  <dcterms:modified xsi:type="dcterms:W3CDTF">2026-04-20T05:02:36Z</dcterms:modified>
  <dc:identifier>DAHCaYqJ9OU</dc:identifier>
</cp:coreProperties>
</file>